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b5097e4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b5097e4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b5097e49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b5097e49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b5097e49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b5097e49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b5097e49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b5097e49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b5097e49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b5097e49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b5097e49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b5097e49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b5097e49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b5097e49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b5097e49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b5097e49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b5097e49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b5097e49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b5097e49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b5097e49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b5097e49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b5097e49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b5097e49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b5097e49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95264" y="149182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00">
                <a:latin typeface="Times New Roman"/>
                <a:ea typeface="Times New Roman"/>
                <a:cs typeface="Times New Roman"/>
                <a:sym typeface="Times New Roman"/>
              </a:rPr>
              <a:t>The Effects of Bare Ground Non-Chloride Potassium Acetate Liquid De-Icer on Water Quality of the Raritan River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281025" y="4610100"/>
            <a:ext cx="8025900" cy="4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By: 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Dua Ali, Andy Zhao, Kaleb Zhao, Philip Wyka: 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Section 12, Team 6, Fall 2025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34799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49675" y="863550"/>
            <a:ext cx="8937000" cy="36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growing environmental concern is the use of de-icers on roads 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cause harm to the ecosystems.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○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Sodium chloride is thought to melt ice 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actually cause the soil to infiltrate into the water increasing the concentrations of ions in the water and raise the salinity.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■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Corrosion: 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chloride levels can damage pipes, cars, bridges, etc.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■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Eutrophication: Organic de-icers like potassium acetate can add nutrients which cause algae and lower DO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Hypothesis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Materials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Methods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Results: pH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2850" y="1882625"/>
            <a:ext cx="3114675" cy="248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Results: Turbidity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250" y="2126450"/>
            <a:ext cx="3143250" cy="250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Results: DO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450" y="1514830"/>
            <a:ext cx="3162300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Results: BOD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475" y="1914100"/>
            <a:ext cx="3162300" cy="25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Results: Summary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Discussion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Discussion (cont.)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Questions?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